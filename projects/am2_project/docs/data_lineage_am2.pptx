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2569-DA2A-26E0-7F68-1EED445DF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61A88-F0A1-F2BC-C6D4-D6164FEF7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D1EDB-E12E-2772-BCFB-AD641B51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D9FC-E7ED-9FC5-A096-049A3AB5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8E9EB-C66F-60D6-ADD8-0254F655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28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E4E7-F891-0F9F-6619-163B3C26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042C8-FDAD-EB18-0656-365D39B3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5C289-E72F-F994-F605-2FFAC44A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7A532-7E9D-36E3-5B21-9BEF59FD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179F-AF82-2CFA-BDA4-FFDF2AFE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43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9D82-5504-2B19-2D28-AFC8F877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7E3B-0BFF-8068-0991-EB67BABF7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3DB68-C181-35FD-8E5B-6640248CB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1DCFB-447B-FD5C-0888-2A7404FB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84848-665C-0E2A-FA52-B44E8707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627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B0DE-C830-84F6-DC83-4A4571A3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96F9-F122-B1C7-A555-18ABFCAD7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A357A-0CF2-DA01-4A25-50AC7ED6A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A61F5-4B3F-0D14-394A-E5CA4BC6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28763-D36B-D1FF-3A8D-46B96FAA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C8365-31F0-91F8-776C-A9C3447B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84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DEF2-792E-B3A0-9265-D09B5649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D368B-B816-044D-4550-66EB9E57F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921D0-B6E4-D2EE-2CFC-0126D23C4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DE320-9D87-B02F-BCFA-680227580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E1BAB-900C-BF4F-5782-5616E0F05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8CEBC-2C90-9B48-F47A-E0A142C7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384C6-1CCA-38B5-01B0-27C9E24C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DAA67-9438-75E5-4719-AA8CF66D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53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A9CF-0911-588D-7481-AEA2DD70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E11AAB-D792-D99D-DF87-E33A752AC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4E9841-40EE-0087-00E1-9388752D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C92E8-34C3-57D8-855C-65FEF36C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00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81CAC-4708-A935-1AD6-B22AC17C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641F8-77CE-7AD3-A4D8-550790B8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56847-BCD4-C8D3-2D33-80287FE3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61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1CF59-BABB-FF7E-318F-123A513D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0EF7E-4424-0B91-02B2-045A166A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8C595-59F9-4CBB-2EA5-CBDC6A0F9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DD9A6-60F2-3750-DBE0-CF6D4CC8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6B7BB-0119-B765-A763-BB6FB984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87A0C-A701-5C63-64F3-75C3FB96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18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1F90-EDF4-A549-08B4-07EE1D68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8FD3F-1112-CA5F-6A9A-3683238E3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5CD7F-B2CA-DB9B-A3B0-89A9F4828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82568-7246-898C-7744-E17E45EF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DA254-CB88-D9A5-F813-0E2C6B226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84FB0-9381-1888-21F1-35536CD4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53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9072-6991-AD55-ED14-143005EF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053BC-F7C8-3D9F-D115-4DC019606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CB579-52FA-7BC7-6380-746AE3C0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5338-C8BF-1995-2249-6485B739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D6366-D262-2497-EB58-F9620634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74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9C024-FE67-1558-E250-87F26F1D3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623EA-B10A-1357-DF45-56704EBDE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D864-2D4B-0979-6407-8D711F6E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55BFC-3FD3-4261-A62F-60EE48A6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0FB8-3895-3EFA-1B26-9D36C1AF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94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DACAD-F0C0-C27D-7762-FBFA9FA1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BBF3D-28CE-EB0C-44D7-4487A73D4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A280F-C4AE-4B39-A1C4-13A526CED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21490-1CA8-43C2-BD3D-658C721BFB00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65BF-C5CD-9C0B-0BF9-E4E576BF6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AFF03-1B38-10C3-5ED5-403937FE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484FC-A45A-4FDB-9E4C-B0C1D4DF7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66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A0B8-3699-9D39-9509-5F05E025B0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DB4E3-3659-FB8B-9741-E63ACB4DF1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57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F4E16D-E898-C8F5-E07E-C078A9DCA0FB}"/>
              </a:ext>
            </a:extLst>
          </p:cNvPr>
          <p:cNvSpPr/>
          <p:nvPr/>
        </p:nvSpPr>
        <p:spPr>
          <a:xfrm>
            <a:off x="1094011" y="1179455"/>
            <a:ext cx="1197429" cy="12061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Colectica</a:t>
            </a:r>
          </a:p>
          <a:p>
            <a:pPr algn="ctr"/>
            <a:r>
              <a:rPr lang="en-US" sz="1600" dirty="0"/>
              <a:t>repository</a:t>
            </a:r>
            <a:endParaRPr lang="en-GB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B92689-8E48-1880-DFF2-AEC054A9BF0D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 flipH="1">
            <a:off x="747026" y="2385559"/>
            <a:ext cx="945700" cy="838482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779EC3-5048-7AED-52DF-6B755DD092DC}"/>
              </a:ext>
            </a:extLst>
          </p:cNvPr>
          <p:cNvCxnSpPr>
            <a:cxnSpLocks/>
            <a:stCxn id="42" idx="2"/>
            <a:endCxn id="33" idx="0"/>
          </p:cNvCxnSpPr>
          <p:nvPr/>
        </p:nvCxnSpPr>
        <p:spPr>
          <a:xfrm>
            <a:off x="747026" y="4430145"/>
            <a:ext cx="970194" cy="116800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laque 31">
            <a:extLst>
              <a:ext uri="{FF2B5EF4-FFF2-40B4-BE49-F238E27FC236}">
                <a16:creationId xmlns:a16="http://schemas.microsoft.com/office/drawing/2014/main" id="{488AE3EE-8E65-6273-360D-DB011D108D09}"/>
              </a:ext>
            </a:extLst>
          </p:cNvPr>
          <p:cNvSpPr/>
          <p:nvPr/>
        </p:nvSpPr>
        <p:spPr>
          <a:xfrm>
            <a:off x="5760501" y="3159618"/>
            <a:ext cx="1197429" cy="1325563"/>
          </a:xfrm>
          <a:prstGeom prst="plaqu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Isolation Forest</a:t>
            </a:r>
            <a:endParaRPr lang="en-GB" sz="1200" dirty="0"/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C7BDE475-0023-9912-0DA1-764C38E53340}"/>
              </a:ext>
            </a:extLst>
          </p:cNvPr>
          <p:cNvSpPr/>
          <p:nvPr/>
        </p:nvSpPr>
        <p:spPr>
          <a:xfrm>
            <a:off x="1118506" y="5598152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 of items</a:t>
            </a:r>
            <a:endParaRPr lang="en-GB" dirty="0"/>
          </a:p>
        </p:txBody>
      </p:sp>
      <p:sp>
        <p:nvSpPr>
          <p:cNvPr id="34" name="Rectangle: Folded Corner 33">
            <a:extLst>
              <a:ext uri="{FF2B5EF4-FFF2-40B4-BE49-F238E27FC236}">
                <a16:creationId xmlns:a16="http://schemas.microsoft.com/office/drawing/2014/main" id="{25177CD5-1C66-5AC2-9C26-6BAC3136DA70}"/>
              </a:ext>
            </a:extLst>
          </p:cNvPr>
          <p:cNvSpPr/>
          <p:nvPr/>
        </p:nvSpPr>
        <p:spPr>
          <a:xfrm>
            <a:off x="2993579" y="5598152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Training data (Pandas </a:t>
            </a:r>
            <a:r>
              <a:rPr lang="en-US" sz="1400" dirty="0" err="1"/>
              <a:t>dataframe</a:t>
            </a:r>
            <a:r>
              <a:rPr lang="en-US" sz="1400" dirty="0"/>
              <a:t>)</a:t>
            </a:r>
            <a:endParaRPr lang="en-GB" sz="1400" dirty="0"/>
          </a:p>
        </p:txBody>
      </p:sp>
      <p:sp>
        <p:nvSpPr>
          <p:cNvPr id="35" name="Rectangle: Folded Corner 34">
            <a:extLst>
              <a:ext uri="{FF2B5EF4-FFF2-40B4-BE49-F238E27FC236}">
                <a16:creationId xmlns:a16="http://schemas.microsoft.com/office/drawing/2014/main" id="{8C4085E4-F49C-CE13-2B35-B9DD187E623D}"/>
              </a:ext>
            </a:extLst>
          </p:cNvPr>
          <p:cNvSpPr/>
          <p:nvPr/>
        </p:nvSpPr>
        <p:spPr>
          <a:xfrm>
            <a:off x="4898572" y="5575366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PCA data</a:t>
            </a:r>
            <a:endParaRPr lang="en-GB" sz="14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812D06-1A4F-50D5-341D-DFD3CC71FAD8}"/>
              </a:ext>
            </a:extLst>
          </p:cNvPr>
          <p:cNvCxnSpPr>
            <a:cxnSpLocks/>
            <a:stCxn id="33" idx="0"/>
            <a:endCxn id="55" idx="2"/>
          </p:cNvCxnSpPr>
          <p:nvPr/>
        </p:nvCxnSpPr>
        <p:spPr>
          <a:xfrm flipV="1">
            <a:off x="1717220" y="4421129"/>
            <a:ext cx="891271" cy="117702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46BC3E-CFF2-3A2C-38E8-CA9A9A605DED}"/>
              </a:ext>
            </a:extLst>
          </p:cNvPr>
          <p:cNvCxnSpPr>
            <a:cxnSpLocks/>
            <a:stCxn id="55" idx="2"/>
            <a:endCxn id="34" idx="0"/>
          </p:cNvCxnSpPr>
          <p:nvPr/>
        </p:nvCxnSpPr>
        <p:spPr>
          <a:xfrm>
            <a:off x="2608491" y="4421129"/>
            <a:ext cx="983802" cy="117702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639B76-F70F-0B1D-645C-405B65803981}"/>
              </a:ext>
            </a:extLst>
          </p:cNvPr>
          <p:cNvCxnSpPr>
            <a:cxnSpLocks/>
            <a:stCxn id="34" idx="0"/>
            <a:endCxn id="59" idx="2"/>
          </p:cNvCxnSpPr>
          <p:nvPr/>
        </p:nvCxnSpPr>
        <p:spPr>
          <a:xfrm flipV="1">
            <a:off x="3592293" y="4430145"/>
            <a:ext cx="877663" cy="116800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9A9E5B3-E734-1831-A86E-D41669C0414C}"/>
              </a:ext>
            </a:extLst>
          </p:cNvPr>
          <p:cNvSpPr/>
          <p:nvPr/>
        </p:nvSpPr>
        <p:spPr>
          <a:xfrm>
            <a:off x="174169" y="3224041"/>
            <a:ext cx="1145713" cy="12061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Identify new or updated items</a:t>
            </a:r>
            <a:endParaRPr lang="en-GB" sz="16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823EDBC-16AE-5AA5-FFA3-C244F82E7371}"/>
              </a:ext>
            </a:extLst>
          </p:cNvPr>
          <p:cNvCxnSpPr>
            <a:cxnSpLocks/>
            <a:stCxn id="59" idx="2"/>
            <a:endCxn id="35" idx="0"/>
          </p:cNvCxnSpPr>
          <p:nvPr/>
        </p:nvCxnSpPr>
        <p:spPr>
          <a:xfrm>
            <a:off x="4469956" y="4430145"/>
            <a:ext cx="1027330" cy="11452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E927B0-8F02-0CAB-AA22-9802EA53694A}"/>
              </a:ext>
            </a:extLst>
          </p:cNvPr>
          <p:cNvCxnSpPr>
            <a:cxnSpLocks/>
            <a:stCxn id="35" idx="0"/>
            <a:endCxn id="32" idx="2"/>
          </p:cNvCxnSpPr>
          <p:nvPr/>
        </p:nvCxnSpPr>
        <p:spPr>
          <a:xfrm flipV="1">
            <a:off x="5497286" y="4485181"/>
            <a:ext cx="861930" cy="109018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B7230E5-31FA-1B56-0223-2065BA2734D4}"/>
              </a:ext>
            </a:extLst>
          </p:cNvPr>
          <p:cNvCxnSpPr>
            <a:cxnSpLocks/>
            <a:stCxn id="32" idx="2"/>
            <a:endCxn id="71" idx="0"/>
          </p:cNvCxnSpPr>
          <p:nvPr/>
        </p:nvCxnSpPr>
        <p:spPr>
          <a:xfrm>
            <a:off x="6359216" y="4485181"/>
            <a:ext cx="1043065" cy="10556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D4B5762-8E95-6CAB-B6C0-F594CDA5F436}"/>
              </a:ext>
            </a:extLst>
          </p:cNvPr>
          <p:cNvSpPr/>
          <p:nvPr/>
        </p:nvSpPr>
        <p:spPr>
          <a:xfrm>
            <a:off x="8561074" y="1979094"/>
            <a:ext cx="468085" cy="47862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9F438A1-ADBC-A4F0-CD7A-0D0235B5139A}"/>
              </a:ext>
            </a:extLst>
          </p:cNvPr>
          <p:cNvSpPr/>
          <p:nvPr/>
        </p:nvSpPr>
        <p:spPr>
          <a:xfrm>
            <a:off x="9529901" y="1979094"/>
            <a:ext cx="468085" cy="4786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Folded Corner 47">
            <a:extLst>
              <a:ext uri="{FF2B5EF4-FFF2-40B4-BE49-F238E27FC236}">
                <a16:creationId xmlns:a16="http://schemas.microsoft.com/office/drawing/2014/main" id="{1505F08B-7A47-C6C1-3469-5C62F561582B}"/>
              </a:ext>
            </a:extLst>
          </p:cNvPr>
          <p:cNvSpPr/>
          <p:nvPr/>
        </p:nvSpPr>
        <p:spPr>
          <a:xfrm>
            <a:off x="10382485" y="1974429"/>
            <a:ext cx="468085" cy="478627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49" name="Plaque 48">
            <a:extLst>
              <a:ext uri="{FF2B5EF4-FFF2-40B4-BE49-F238E27FC236}">
                <a16:creationId xmlns:a16="http://schemas.microsoft.com/office/drawing/2014/main" id="{C854CEB3-F2B6-E075-DD7B-10760A290903}"/>
              </a:ext>
            </a:extLst>
          </p:cNvPr>
          <p:cNvSpPr/>
          <p:nvPr/>
        </p:nvSpPr>
        <p:spPr>
          <a:xfrm>
            <a:off x="11209235" y="1970067"/>
            <a:ext cx="468085" cy="478627"/>
          </a:xfrm>
          <a:prstGeom prst="plaqu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F2CBB6-9D8A-0119-DD23-AD2440589301}"/>
              </a:ext>
            </a:extLst>
          </p:cNvPr>
          <p:cNvSpPr txBox="1"/>
          <p:nvPr/>
        </p:nvSpPr>
        <p:spPr>
          <a:xfrm>
            <a:off x="8303122" y="1576434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</a:t>
            </a:r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8747D0-5350-D546-ECB8-84003771D541}"/>
              </a:ext>
            </a:extLst>
          </p:cNvPr>
          <p:cNvSpPr txBox="1"/>
          <p:nvPr/>
        </p:nvSpPr>
        <p:spPr>
          <a:xfrm>
            <a:off x="9357778" y="1576434"/>
            <a:ext cx="81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  <a:endParaRPr lang="en-GB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6B4970-5898-4A44-855A-758AA4ECDEF2}"/>
              </a:ext>
            </a:extLst>
          </p:cNvPr>
          <p:cNvSpPr txBox="1"/>
          <p:nvPr/>
        </p:nvSpPr>
        <p:spPr>
          <a:xfrm>
            <a:off x="10333966" y="1576434"/>
            <a:ext cx="53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392687-FD8D-E694-2E60-9CE520B4C853}"/>
              </a:ext>
            </a:extLst>
          </p:cNvPr>
          <p:cNvSpPr txBox="1"/>
          <p:nvPr/>
        </p:nvSpPr>
        <p:spPr>
          <a:xfrm>
            <a:off x="11036215" y="1600735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73A618-58BE-06F4-6C0F-B293ADC3AA9F}"/>
              </a:ext>
            </a:extLst>
          </p:cNvPr>
          <p:cNvSpPr/>
          <p:nvPr/>
        </p:nvSpPr>
        <p:spPr>
          <a:xfrm>
            <a:off x="2035634" y="3215025"/>
            <a:ext cx="1145713" cy="12061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Create model training data</a:t>
            </a:r>
            <a:endParaRPr lang="en-GB" sz="1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022D7AC-42F5-062B-A362-138C0E7E5E1B}"/>
              </a:ext>
            </a:extLst>
          </p:cNvPr>
          <p:cNvSpPr/>
          <p:nvPr/>
        </p:nvSpPr>
        <p:spPr>
          <a:xfrm>
            <a:off x="3897099" y="3224041"/>
            <a:ext cx="1145713" cy="12061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PCA feature reduction</a:t>
            </a:r>
          </a:p>
          <a:p>
            <a:pPr algn="ctr"/>
            <a:endParaRPr lang="en-GB" sz="16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058D094-8267-4164-BE8D-26E3193EEF2E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8252710" y="4384311"/>
            <a:ext cx="1069695" cy="116928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05C1D51E-64F6-E0E3-362C-4749B86AE952}"/>
              </a:ext>
            </a:extLst>
          </p:cNvPr>
          <p:cNvSpPr/>
          <p:nvPr/>
        </p:nvSpPr>
        <p:spPr>
          <a:xfrm>
            <a:off x="7679853" y="3178207"/>
            <a:ext cx="1145713" cy="12061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Label data</a:t>
            </a:r>
          </a:p>
        </p:txBody>
      </p:sp>
      <p:sp>
        <p:nvSpPr>
          <p:cNvPr id="71" name="Rectangle: Folded Corner 70">
            <a:extLst>
              <a:ext uri="{FF2B5EF4-FFF2-40B4-BE49-F238E27FC236}">
                <a16:creationId xmlns:a16="http://schemas.microsoft.com/office/drawing/2014/main" id="{ABB1849E-9BB7-FC40-6660-0AC97186E456}"/>
              </a:ext>
            </a:extLst>
          </p:cNvPr>
          <p:cNvSpPr/>
          <p:nvPr/>
        </p:nvSpPr>
        <p:spPr>
          <a:xfrm>
            <a:off x="6803567" y="5540830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Outliers</a:t>
            </a:r>
            <a:endParaRPr lang="en-GB" sz="14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0078623-2FC5-126B-4D2A-10E19CF1B3EE}"/>
              </a:ext>
            </a:extLst>
          </p:cNvPr>
          <p:cNvCxnSpPr>
            <a:cxnSpLocks/>
            <a:stCxn id="71" idx="0"/>
            <a:endCxn id="69" idx="2"/>
          </p:cNvCxnSpPr>
          <p:nvPr/>
        </p:nvCxnSpPr>
        <p:spPr>
          <a:xfrm flipV="1">
            <a:off x="7402281" y="4384311"/>
            <a:ext cx="850429" cy="115651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: Folded Corner 73">
            <a:extLst>
              <a:ext uri="{FF2B5EF4-FFF2-40B4-BE49-F238E27FC236}">
                <a16:creationId xmlns:a16="http://schemas.microsoft.com/office/drawing/2014/main" id="{C437BD17-83D9-91CF-F670-CA02805D7A1E}"/>
              </a:ext>
            </a:extLst>
          </p:cNvPr>
          <p:cNvSpPr/>
          <p:nvPr/>
        </p:nvSpPr>
        <p:spPr>
          <a:xfrm>
            <a:off x="8723691" y="5553596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Labelled data</a:t>
            </a:r>
          </a:p>
          <a:p>
            <a:pPr algn="ctr"/>
            <a:r>
              <a:rPr lang="en-US" sz="1400" dirty="0"/>
              <a:t>(anomalies/normal)</a:t>
            </a:r>
            <a:endParaRPr lang="en-GB" sz="14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F889087-DB06-E9D2-9425-C66538DB7498}"/>
              </a:ext>
            </a:extLst>
          </p:cNvPr>
          <p:cNvSpPr/>
          <p:nvPr/>
        </p:nvSpPr>
        <p:spPr>
          <a:xfrm>
            <a:off x="9547489" y="3178207"/>
            <a:ext cx="1145713" cy="12061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Train decision tree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F9F12B-D8F7-2F4F-1BB4-25830E628C50}"/>
              </a:ext>
            </a:extLst>
          </p:cNvPr>
          <p:cNvCxnSpPr>
            <a:cxnSpLocks/>
            <a:stCxn id="74" idx="0"/>
            <a:endCxn id="76" idx="2"/>
          </p:cNvCxnSpPr>
          <p:nvPr/>
        </p:nvCxnSpPr>
        <p:spPr>
          <a:xfrm flipV="1">
            <a:off x="9322405" y="4384311"/>
            <a:ext cx="797941" cy="116928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Plaque 102">
            <a:extLst>
              <a:ext uri="{FF2B5EF4-FFF2-40B4-BE49-F238E27FC236}">
                <a16:creationId xmlns:a16="http://schemas.microsoft.com/office/drawing/2014/main" id="{2FD0455E-C616-8964-57D9-326EEA445720}"/>
              </a:ext>
            </a:extLst>
          </p:cNvPr>
          <p:cNvSpPr/>
          <p:nvPr/>
        </p:nvSpPr>
        <p:spPr>
          <a:xfrm>
            <a:off x="10643815" y="5405386"/>
            <a:ext cx="1197429" cy="1325563"/>
          </a:xfrm>
          <a:prstGeom prst="plaqu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Decision Tree</a:t>
            </a:r>
            <a:endParaRPr lang="en-GB" sz="12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3D281CF-11E3-FFC7-5BC2-00355F801B0A}"/>
              </a:ext>
            </a:extLst>
          </p:cNvPr>
          <p:cNvCxnSpPr>
            <a:cxnSpLocks/>
            <a:stCxn id="76" idx="2"/>
            <a:endCxn id="103" idx="0"/>
          </p:cNvCxnSpPr>
          <p:nvPr/>
        </p:nvCxnSpPr>
        <p:spPr>
          <a:xfrm>
            <a:off x="10120346" y="4384311"/>
            <a:ext cx="1122184" cy="102107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23469F3-00A9-69FA-6815-45AE74C309D4}"/>
              </a:ext>
            </a:extLst>
          </p:cNvPr>
          <p:cNvCxnSpPr>
            <a:cxnSpLocks/>
            <a:stCxn id="29" idx="2"/>
            <a:endCxn id="55" idx="0"/>
          </p:cNvCxnSpPr>
          <p:nvPr/>
        </p:nvCxnSpPr>
        <p:spPr>
          <a:xfrm>
            <a:off x="1692726" y="2385559"/>
            <a:ext cx="915765" cy="82946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C935E0E-15C6-0AFC-BA61-C7CFF21B0544}"/>
              </a:ext>
            </a:extLst>
          </p:cNvPr>
          <p:cNvSpPr txBox="1"/>
          <p:nvPr/>
        </p:nvSpPr>
        <p:spPr>
          <a:xfrm>
            <a:off x="327583" y="2527036"/>
            <a:ext cx="766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Get new </a:t>
            </a:r>
          </a:p>
          <a:p>
            <a:r>
              <a:rPr lang="en-GB" sz="1200" dirty="0"/>
              <a:t>items…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4D8998D-0F14-EDE7-89F5-94BAACDE902F}"/>
              </a:ext>
            </a:extLst>
          </p:cNvPr>
          <p:cNvSpPr txBox="1"/>
          <p:nvPr/>
        </p:nvSpPr>
        <p:spPr>
          <a:xfrm>
            <a:off x="2511705" y="2527035"/>
            <a:ext cx="957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Get related </a:t>
            </a:r>
          </a:p>
          <a:p>
            <a:r>
              <a:rPr lang="en-GB" sz="1200" dirty="0"/>
              <a:t>Items…</a:t>
            </a: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9276C1DD-9EF9-BCC5-7515-AC0DAC727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373" y="365125"/>
            <a:ext cx="10515600" cy="1325563"/>
          </a:xfrm>
        </p:spPr>
        <p:txBody>
          <a:bodyPr/>
          <a:lstStyle/>
          <a:p>
            <a:r>
              <a:rPr lang="en-US" dirty="0"/>
              <a:t>Data lineage flow for AM2 project – </a:t>
            </a:r>
            <a:br>
              <a:rPr lang="en-US" dirty="0"/>
            </a:br>
            <a:r>
              <a:rPr lang="en-US" dirty="0"/>
              <a:t>anomaly detection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068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Data lineage flow for AM2 project –  anomaly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Lyttleton</dc:creator>
  <cp:lastModifiedBy>Oliver Lyttleton</cp:lastModifiedBy>
  <cp:revision>2</cp:revision>
  <dcterms:created xsi:type="dcterms:W3CDTF">2026-06-27T12:06:40Z</dcterms:created>
  <dcterms:modified xsi:type="dcterms:W3CDTF">2026-06-27T12:12:12Z</dcterms:modified>
</cp:coreProperties>
</file>