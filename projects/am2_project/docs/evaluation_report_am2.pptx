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FFA47-83CF-F97D-504A-B26FCC5BDD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95A68F-05B5-E31B-6998-2787B8B0D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9D31E-BB5A-3781-E41F-227D89B33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F3F6-D4A1-45EC-994A-9A8C2D892ABC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DE3EA-6F70-CD68-0D45-53DFE8410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3941E-4FA2-BF14-CB73-412252D8D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5314-90D4-492B-959C-77F4ED8ED1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1774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35962-3EC5-886A-7A89-2F3CD328E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58E4B-E3F3-9861-EDD9-64EB37518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C6258-2F4D-501F-29AA-07016FA80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F3F6-D4A1-45EC-994A-9A8C2D892ABC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F54F9-9557-061B-F3E1-6CBCF6D4B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EAACA-671C-3B14-D6ED-FFA0E94C7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5314-90D4-492B-959C-77F4ED8ED1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0122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365E9-B3F2-A263-293D-B9E3F6574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81885-E835-C67E-EB7B-FA1DD91E3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D8161-C50F-B56F-9EFC-26FDA5FFE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F3F6-D4A1-45EC-994A-9A8C2D892ABC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875E2-06F9-3765-E976-549F11CBB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660E8-EAC4-373B-10F4-F56142BE2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5314-90D4-492B-959C-77F4ED8ED1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8573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D63BB-A4C2-39E0-5D8F-F0D3BB206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8D710-CE0E-3560-A07F-8173BE30D9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0ACD41-B687-F861-541E-604AA5961F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E9E664-9365-BE22-A368-2416A65B3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F3F6-D4A1-45EC-994A-9A8C2D892ABC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99EC5B-F082-FA49-986D-EC076FF9E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1F3309-69E4-FA9B-BDB8-7C35CD532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5314-90D4-492B-959C-77F4ED8ED1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4204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52F1C-4CAC-E935-0392-D172AA136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EE88E-9A07-D02B-3BF7-B3BC39CB00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276F6A-6909-E450-02C7-32FE55E9B7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7BEC64-BC68-E88C-926E-641FF69255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714BE2-1EDB-A49C-09B4-C89292435E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4B1046-C526-1DFB-BE8B-8C3BA3BD7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F3F6-D4A1-45EC-994A-9A8C2D892ABC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B1042C-0488-7EB3-B635-A8ADBF0CC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180221-52D0-76CB-C185-841D52642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5314-90D4-492B-959C-77F4ED8ED1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9432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B3078-59F0-ACF1-BBB1-4E4B802A1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1AA7B5-ED4D-3E89-B84A-7CDA37E09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F3F6-D4A1-45EC-994A-9A8C2D892ABC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463C5B-7520-BDD9-E600-2F851DDCB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B7E06B-95F8-CFA9-6000-62282BBA7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5314-90D4-492B-959C-77F4ED8ED1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3020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49F469-599C-C365-2486-ED7494D0D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F3F6-D4A1-45EC-994A-9A8C2D892ABC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99DB13-B812-CFDE-EBB8-B3380DC71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1B4618-EC8E-529F-5AAA-B48DFE7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5314-90D4-492B-959C-77F4ED8ED1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775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F1831-1734-03DF-D44A-787D87570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B79FB-85D1-82B6-455A-4046AD71C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ECA247-82CF-CDA4-7B2E-9E4F5924A9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2AC5A2-B41E-778B-C8C9-2E90BDD05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F3F6-D4A1-45EC-994A-9A8C2D892ABC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1613CC-BDAC-7C47-3710-160D7590E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5E78A-267E-C261-75DD-851E58CAB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5314-90D4-492B-959C-77F4ED8ED1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2094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7EA08-BE6E-127B-B575-9C067E977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192529-0AA2-A252-6C54-A68ECF0788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BFA3AE-338F-8847-08CF-C8ABD4A20C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E4B307-8C8F-2C80-31E9-F4A03AB56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F3F6-D4A1-45EC-994A-9A8C2D892ABC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3DEE36-5BA3-4E8D-CDC7-1F733E478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4F9CD2-101C-C319-CC7D-0BE1DE3FD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5314-90D4-492B-959C-77F4ED8ED1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3535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535D9-4463-B7A4-1D2F-E8E946309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EA11E6-56AC-53E1-89F9-E3B0CFEE58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05C5E-5A77-991F-AEAA-8F41397B5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F3F6-D4A1-45EC-994A-9A8C2D892ABC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9D393-F6DA-6129-B8DA-BA03F6D1F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56317-5C5B-2D7F-598A-E88045F1C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5314-90D4-492B-959C-77F4ED8ED1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2127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1F1846-E7F4-1990-3F5B-87EF2C0CCC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CD31A5-2ABC-1E67-322B-C4B979F228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AD5B0-01FD-94FB-F554-0382E2625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BF3F6-D4A1-45EC-994A-9A8C2D892ABC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03FA7-2A06-E552-0F37-02A4ACAD4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EA9A9-5A6D-3B6F-6E15-848A59838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5314-90D4-492B-959C-77F4ED8ED1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7428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9B7FE9-DB9E-32C7-66DA-5A7D0C2B9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D77940-1A5C-C261-2716-9B203A4C6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D3D5E-0EE4-1592-7474-36E3C1F700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1BF3F6-D4A1-45EC-994A-9A8C2D892ABC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08706-7619-8A51-37FE-E59F8DE716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F91DE-D590-80F9-0A9E-B19D4CA127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5F5314-90D4-492B-959C-77F4ED8ED1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9225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5E12D-948A-1A53-1743-FA7AE16C07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AM2 Evaluation report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EFF22-634C-1925-C6B2-A5B638EEB2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TBC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9753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AM2 Evaluation report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Oliver Lyttleton</dc:creator>
  <cp:lastModifiedBy>Oliver Lyttleton</cp:lastModifiedBy>
  <cp:revision>1</cp:revision>
  <dcterms:created xsi:type="dcterms:W3CDTF">2026-06-29T07:57:28Z</dcterms:created>
  <dcterms:modified xsi:type="dcterms:W3CDTF">2026-06-29T07:57:28Z</dcterms:modified>
</cp:coreProperties>
</file>