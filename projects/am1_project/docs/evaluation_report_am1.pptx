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FFA47-83CF-F97D-504A-B26FCC5BD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5A68F-05B5-E31B-6998-2787B8B0D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9D31E-BB5A-3781-E41F-227D89B33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DE3EA-6F70-CD68-0D45-53DFE841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3941E-4FA2-BF14-CB73-412252D8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177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35962-3EC5-886A-7A89-2F3CD328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58E4B-E3F3-9861-EDD9-64EB37518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C6258-2F4D-501F-29AA-07016FA80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F54F9-9557-061B-F3E1-6CBCF6D4B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EAACA-671C-3B14-D6ED-FFA0E94C7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122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365E9-B3F2-A263-293D-B9E3F6574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81885-E835-C67E-EB7B-FA1DD91E3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D8161-C50F-B56F-9EFC-26FDA5FF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875E2-06F9-3765-E976-549F11CB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660E8-EAC4-373B-10F4-F56142BE2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57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D63BB-A4C2-39E0-5D8F-F0D3BB20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8D710-CE0E-3560-A07F-8173BE30D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ACD41-B687-F861-541E-604AA5961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9E664-9365-BE22-A368-2416A65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9EC5B-F082-FA49-986D-EC076FF9E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F3309-69E4-FA9B-BDB8-7C35CD532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204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2F1C-4CAC-E935-0392-D172AA13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EE88E-9A07-D02B-3BF7-B3BC39CB0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76F6A-6909-E450-02C7-32FE55E9B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BEC64-BC68-E88C-926E-641FF6925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714BE2-1EDB-A49C-09B4-C89292435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B1046-C526-1DFB-BE8B-8C3BA3BD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B1042C-0488-7EB3-B635-A8ADBF0C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180221-52D0-76CB-C185-841D52642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43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B3078-59F0-ACF1-BBB1-4E4B802A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1AA7B5-ED4D-3E89-B84A-7CDA37E09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63C5B-7520-BDD9-E600-2F851DDC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7E06B-95F8-CFA9-6000-62282BBA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02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49F469-599C-C365-2486-ED7494D0D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99DB13-B812-CFDE-EBB8-B3380DC71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B4618-EC8E-529F-5AAA-B48DFE7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7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1831-1734-03DF-D44A-787D87570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B79FB-85D1-82B6-455A-4046AD71C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CA247-82CF-CDA4-7B2E-9E4F5924A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AC5A2-B41E-778B-C8C9-2E90BDD05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613CC-BDAC-7C47-3710-160D7590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5E78A-267E-C261-75DD-851E58CA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09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7EA08-BE6E-127B-B575-9C067E97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192529-0AA2-A252-6C54-A68ECF0788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A3AE-338F-8847-08CF-C8ABD4A20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4B307-8C8F-2C80-31E9-F4A03AB56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DEE36-5BA3-4E8D-CDC7-1F733E478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F9CD2-101C-C319-CC7D-0BE1DE3F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53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535D9-4463-B7A4-1D2F-E8E946309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A11E6-56AC-53E1-89F9-E3B0CFEE5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05C5E-5A77-991F-AEAA-8F41397B5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9D393-F6DA-6129-B8DA-BA03F6D1F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56317-5C5B-2D7F-598A-E88045F1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127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1F1846-E7F4-1990-3F5B-87EF2C0CC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D31A5-2ABC-1E67-322B-C4B979F22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AD5B0-01FD-94FB-F554-0382E262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03FA7-2A06-E552-0F37-02A4ACAD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EA9A9-5A6D-3B6F-6E15-848A59838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42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9B7FE9-DB9E-32C7-66DA-5A7D0C2B9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77940-1A5C-C261-2716-9B203A4C6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D3D5E-0EE4-1592-7474-36E3C1F700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08706-7619-8A51-37FE-E59F8DE71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F91DE-D590-80F9-0A9E-B19D4CA12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22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E12D-948A-1A53-1743-FA7AE16C07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AM1 </a:t>
            </a:r>
            <a:r>
              <a:rPr lang="en-US" dirty="0"/>
              <a:t>Evaluation report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FF22-634C-1925-C6B2-A5B638EEB2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TBC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9753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AM1 Evaluation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Lyttleton</dc:creator>
  <cp:lastModifiedBy>Oliver Lyttleton</cp:lastModifiedBy>
  <cp:revision>2</cp:revision>
  <dcterms:created xsi:type="dcterms:W3CDTF">2026-06-29T07:57:28Z</dcterms:created>
  <dcterms:modified xsi:type="dcterms:W3CDTF">2026-06-29T07:57:58Z</dcterms:modified>
</cp:coreProperties>
</file>